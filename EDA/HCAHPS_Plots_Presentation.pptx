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Ritu, VBAVACO" userId="a6fc6115-4e9e-4fd4-a243-9de3bfa497a7" providerId="ADAL" clId="{D067B7CB-2F21-4A85-B021-4DE0E27BFE6F}"/>
    <pc:docChg chg="modSld">
      <pc:chgData name="Mishra, Ritu, VBAVACO" userId="a6fc6115-4e9e-4fd4-a243-9de3bfa497a7" providerId="ADAL" clId="{D067B7CB-2F21-4A85-B021-4DE0E27BFE6F}" dt="2026-03-23T20:43:58.239" v="0" actId="14100"/>
      <pc:docMkLst>
        <pc:docMk/>
      </pc:docMkLst>
      <pc:sldChg chg="modSp mod">
        <pc:chgData name="Mishra, Ritu, VBAVACO" userId="a6fc6115-4e9e-4fd4-a243-9de3bfa497a7" providerId="ADAL" clId="{D067B7CB-2F21-4A85-B021-4DE0E27BFE6F}" dt="2026-03-23T20:43:58.239" v="0" actId="14100"/>
        <pc:sldMkLst>
          <pc:docMk/>
          <pc:sldMk cId="0" sldId="258"/>
        </pc:sldMkLst>
        <pc:picChg chg="mod">
          <ac:chgData name="Mishra, Ritu, VBAVACO" userId="a6fc6115-4e9e-4fd4-a243-9de3bfa497a7" providerId="ADAL" clId="{D067B7CB-2F21-4A85-B021-4DE0E27BFE6F}" dt="2026-03-23T20:43:58.239" v="0" actId="14100"/>
          <ac:picMkLst>
            <pc:docMk/>
            <pc:sldMk cId="0" sldId="258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Nurse Communication Scores</a:t>
            </a:r>
          </a:p>
        </p:txBody>
      </p:sp>
      <p:pic>
        <p:nvPicPr>
          <p:cNvPr id="3" name="Picture 2" descr="nurse_comm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931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Doctor Communication Scores</a:t>
            </a:r>
          </a:p>
        </p:txBody>
      </p:sp>
      <p:pic>
        <p:nvPicPr>
          <p:cNvPr id="3" name="Picture 2" descr="doctor_comm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931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Nurse vs Doctor Communication Comparison</a:t>
            </a:r>
          </a:p>
        </p:txBody>
      </p:sp>
      <p:pic>
        <p:nvPicPr>
          <p:cNvPr id="3" name="Picture 2" descr="nurse_vs_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943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Distribution of Nurse Communication Scores</vt:lpstr>
      <vt:lpstr>Distribution of Doctor Communication Scores</vt:lpstr>
      <vt:lpstr>Nurse vs Doctor Communication 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Mishra, Ritu, VBAVACO</cp:lastModifiedBy>
  <cp:revision>1</cp:revision>
  <dcterms:created xsi:type="dcterms:W3CDTF">2013-01-27T09:14:16Z</dcterms:created>
  <dcterms:modified xsi:type="dcterms:W3CDTF">2026-03-23T20:44:02Z</dcterms:modified>
  <cp:category/>
</cp:coreProperties>
</file>